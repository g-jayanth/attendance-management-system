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 JAYANTH" userId="0fbd548c6c033a7f" providerId="LiveId" clId="{D934C0B2-3C50-4F4C-8308-1113CECA1D10}"/>
    <pc:docChg chg="modSld">
      <pc:chgData name="G JAYANTH" userId="0fbd548c6c033a7f" providerId="LiveId" clId="{D934C0B2-3C50-4F4C-8308-1113CECA1D10}" dt="2025-12-12T12:01:12.370" v="52" actId="20577"/>
      <pc:docMkLst>
        <pc:docMk/>
      </pc:docMkLst>
      <pc:sldChg chg="modSp mod">
        <pc:chgData name="G JAYANTH" userId="0fbd548c6c033a7f" providerId="LiveId" clId="{D934C0B2-3C50-4F4C-8308-1113CECA1D10}" dt="2025-12-12T12:00:48.771" v="16" actId="20577"/>
        <pc:sldMkLst>
          <pc:docMk/>
          <pc:sldMk cId="0" sldId="256"/>
        </pc:sldMkLst>
        <pc:spChg chg="mod">
          <ac:chgData name="G JAYANTH" userId="0fbd548c6c033a7f" providerId="LiveId" clId="{D934C0B2-3C50-4F4C-8308-1113CECA1D10}" dt="2025-12-12T12:00:48.771" v="16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G JAYANTH" userId="0fbd548c6c033a7f" providerId="LiveId" clId="{D934C0B2-3C50-4F4C-8308-1113CECA1D10}" dt="2025-12-12T12:01:12.370" v="52" actId="20577"/>
        <pc:sldMkLst>
          <pc:docMk/>
          <pc:sldMk cId="0" sldId="257"/>
        </pc:sldMkLst>
        <pc:spChg chg="mod">
          <ac:chgData name="G JAYANTH" userId="0fbd548c6c033a7f" providerId="LiveId" clId="{D934C0B2-3C50-4F4C-8308-1113CECA1D10}" dt="2025-12-12T12:01:12.370" v="52" actId="20577"/>
          <ac:spMkLst>
            <pc:docMk/>
            <pc:sldMk cId="0" sldId="257"/>
            <ac:spMk id="3" creationId="{00000000-0000-0000-0000-00000000000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93F03C-C046-4ADD-BFB1-59A131A0E80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121B48B-0249-48AE-A1C1-75BAEF18CE71}">
      <dgm:prSet/>
      <dgm:spPr/>
      <dgm:t>
        <a:bodyPr/>
        <a:lstStyle/>
        <a:p>
          <a:r>
            <a:rPr lang="en-US"/>
            <a:t>• Secure Login &amp; Registration</a:t>
          </a:r>
        </a:p>
      </dgm:t>
    </dgm:pt>
    <dgm:pt modelId="{EC6F9673-008B-44F1-A414-FF4A5AF63476}" type="parTrans" cxnId="{6E7B4B3E-9C4C-46B8-A643-C44EAB920B0E}">
      <dgm:prSet/>
      <dgm:spPr/>
      <dgm:t>
        <a:bodyPr/>
        <a:lstStyle/>
        <a:p>
          <a:endParaRPr lang="en-US"/>
        </a:p>
      </dgm:t>
    </dgm:pt>
    <dgm:pt modelId="{A2794B5D-9286-4868-9171-1D6E85838A9B}" type="sibTrans" cxnId="{6E7B4B3E-9C4C-46B8-A643-C44EAB920B0E}">
      <dgm:prSet/>
      <dgm:spPr/>
      <dgm:t>
        <a:bodyPr/>
        <a:lstStyle/>
        <a:p>
          <a:endParaRPr lang="en-US"/>
        </a:p>
      </dgm:t>
    </dgm:pt>
    <dgm:pt modelId="{58F07D04-B2A6-4C27-9C4C-E3F8E2C4456E}">
      <dgm:prSet/>
      <dgm:spPr/>
      <dgm:t>
        <a:bodyPr/>
        <a:lstStyle/>
        <a:p>
          <a:r>
            <a:rPr lang="en-US"/>
            <a:t>• Attendance Marking</a:t>
          </a:r>
        </a:p>
      </dgm:t>
    </dgm:pt>
    <dgm:pt modelId="{EF9212C1-657B-453B-B793-BDD37074A21D}" type="parTrans" cxnId="{FD0DD094-5B0E-4B9C-8B5C-6F131BCA86A3}">
      <dgm:prSet/>
      <dgm:spPr/>
      <dgm:t>
        <a:bodyPr/>
        <a:lstStyle/>
        <a:p>
          <a:endParaRPr lang="en-US"/>
        </a:p>
      </dgm:t>
    </dgm:pt>
    <dgm:pt modelId="{50347FE8-7DC3-4A32-9B3D-398F9B01523A}" type="sibTrans" cxnId="{FD0DD094-5B0E-4B9C-8B5C-6F131BCA86A3}">
      <dgm:prSet/>
      <dgm:spPr/>
      <dgm:t>
        <a:bodyPr/>
        <a:lstStyle/>
        <a:p>
          <a:endParaRPr lang="en-US"/>
        </a:p>
      </dgm:t>
    </dgm:pt>
    <dgm:pt modelId="{88F54377-558D-463E-82D1-22584E18F039}">
      <dgm:prSet/>
      <dgm:spPr/>
      <dgm:t>
        <a:bodyPr/>
        <a:lstStyle/>
        <a:p>
          <a:r>
            <a:rPr lang="en-US"/>
            <a:t>• Class Selection</a:t>
          </a:r>
        </a:p>
      </dgm:t>
    </dgm:pt>
    <dgm:pt modelId="{B8E4198B-12D2-4927-83D6-784EDAE22147}" type="parTrans" cxnId="{4BBA40EB-7CE2-4D30-888B-C86F6EDD3D75}">
      <dgm:prSet/>
      <dgm:spPr/>
      <dgm:t>
        <a:bodyPr/>
        <a:lstStyle/>
        <a:p>
          <a:endParaRPr lang="en-US"/>
        </a:p>
      </dgm:t>
    </dgm:pt>
    <dgm:pt modelId="{0A1DC4C3-FEC6-476A-BD7D-9F3D1772B869}" type="sibTrans" cxnId="{4BBA40EB-7CE2-4D30-888B-C86F6EDD3D75}">
      <dgm:prSet/>
      <dgm:spPr/>
      <dgm:t>
        <a:bodyPr/>
        <a:lstStyle/>
        <a:p>
          <a:endParaRPr lang="en-US"/>
        </a:p>
      </dgm:t>
    </dgm:pt>
    <dgm:pt modelId="{CDFDE7A4-09AC-4F3F-B010-37A1C66D1034}">
      <dgm:prSet/>
      <dgm:spPr/>
      <dgm:t>
        <a:bodyPr/>
        <a:lstStyle/>
        <a:p>
          <a:r>
            <a:rPr lang="en-US"/>
            <a:t>• Search &amp; View Attendance</a:t>
          </a:r>
        </a:p>
      </dgm:t>
    </dgm:pt>
    <dgm:pt modelId="{CC3FAD6F-E3CE-4762-8511-9D16E7B38981}" type="parTrans" cxnId="{60140AB9-363E-4325-805F-114D20A3EDD1}">
      <dgm:prSet/>
      <dgm:spPr/>
      <dgm:t>
        <a:bodyPr/>
        <a:lstStyle/>
        <a:p>
          <a:endParaRPr lang="en-US"/>
        </a:p>
      </dgm:t>
    </dgm:pt>
    <dgm:pt modelId="{30EDA7ED-BF2F-4CAD-913B-BECA4AF33BA6}" type="sibTrans" cxnId="{60140AB9-363E-4325-805F-114D20A3EDD1}">
      <dgm:prSet/>
      <dgm:spPr/>
      <dgm:t>
        <a:bodyPr/>
        <a:lstStyle/>
        <a:p>
          <a:endParaRPr lang="en-US"/>
        </a:p>
      </dgm:t>
    </dgm:pt>
    <dgm:pt modelId="{7336E0FF-84FD-40F4-80DA-1D8054772112}">
      <dgm:prSet/>
      <dgm:spPr/>
      <dgm:t>
        <a:bodyPr/>
        <a:lstStyle/>
        <a:p>
          <a:r>
            <a:rPr lang="en-US"/>
            <a:t>• Java Swing UI</a:t>
          </a:r>
        </a:p>
      </dgm:t>
    </dgm:pt>
    <dgm:pt modelId="{2B2682A4-01F5-41D5-8949-EE3A60F234CF}" type="parTrans" cxnId="{841D0730-77E4-43E9-A095-A4EAEFD46C65}">
      <dgm:prSet/>
      <dgm:spPr/>
      <dgm:t>
        <a:bodyPr/>
        <a:lstStyle/>
        <a:p>
          <a:endParaRPr lang="en-US"/>
        </a:p>
      </dgm:t>
    </dgm:pt>
    <dgm:pt modelId="{2BC307CE-35EF-4871-B73A-EE4148F8531D}" type="sibTrans" cxnId="{841D0730-77E4-43E9-A095-A4EAEFD46C65}">
      <dgm:prSet/>
      <dgm:spPr/>
      <dgm:t>
        <a:bodyPr/>
        <a:lstStyle/>
        <a:p>
          <a:endParaRPr lang="en-US"/>
        </a:p>
      </dgm:t>
    </dgm:pt>
    <dgm:pt modelId="{75E2E52E-4019-4647-A194-781508F9BE15}">
      <dgm:prSet/>
      <dgm:spPr/>
      <dgm:t>
        <a:bodyPr/>
        <a:lstStyle/>
        <a:p>
          <a:r>
            <a:rPr lang="en-US"/>
            <a:t>• MySQL Database Storage</a:t>
          </a:r>
        </a:p>
      </dgm:t>
    </dgm:pt>
    <dgm:pt modelId="{B6CDE51C-C04B-4D51-B7A9-D5F56EEFB7EC}" type="parTrans" cxnId="{740C3A5F-CB91-4860-9BAB-8CEB8BEDE7A9}">
      <dgm:prSet/>
      <dgm:spPr/>
      <dgm:t>
        <a:bodyPr/>
        <a:lstStyle/>
        <a:p>
          <a:endParaRPr lang="en-US"/>
        </a:p>
      </dgm:t>
    </dgm:pt>
    <dgm:pt modelId="{3117D06E-B2EB-4269-927E-4874C854E988}" type="sibTrans" cxnId="{740C3A5F-CB91-4860-9BAB-8CEB8BEDE7A9}">
      <dgm:prSet/>
      <dgm:spPr/>
      <dgm:t>
        <a:bodyPr/>
        <a:lstStyle/>
        <a:p>
          <a:endParaRPr lang="en-US"/>
        </a:p>
      </dgm:t>
    </dgm:pt>
    <dgm:pt modelId="{FC6B9313-0702-4917-BE9C-93A5EA7AAEEC}" type="pres">
      <dgm:prSet presAssocID="{3E93F03C-C046-4ADD-BFB1-59A131A0E805}" presName="root" presStyleCnt="0">
        <dgm:presLayoutVars>
          <dgm:dir/>
          <dgm:resizeHandles val="exact"/>
        </dgm:presLayoutVars>
      </dgm:prSet>
      <dgm:spPr/>
    </dgm:pt>
    <dgm:pt modelId="{1E8534DF-47B6-4B5E-B022-6C12DE4363DF}" type="pres">
      <dgm:prSet presAssocID="{E121B48B-0249-48AE-A1C1-75BAEF18CE71}" presName="compNode" presStyleCnt="0"/>
      <dgm:spPr/>
    </dgm:pt>
    <dgm:pt modelId="{3A4FB219-B905-481B-9320-A892AA3571E5}" type="pres">
      <dgm:prSet presAssocID="{E121B48B-0249-48AE-A1C1-75BAEF18CE71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2AC5F1DA-22F0-4EBA-9183-CFAA5C185172}" type="pres">
      <dgm:prSet presAssocID="{E121B48B-0249-48AE-A1C1-75BAEF18CE71}" presName="spaceRect" presStyleCnt="0"/>
      <dgm:spPr/>
    </dgm:pt>
    <dgm:pt modelId="{845F57BE-9C2D-4728-BDF6-DED4F1184571}" type="pres">
      <dgm:prSet presAssocID="{E121B48B-0249-48AE-A1C1-75BAEF18CE71}" presName="textRect" presStyleLbl="revTx" presStyleIdx="0" presStyleCnt="6">
        <dgm:presLayoutVars>
          <dgm:chMax val="1"/>
          <dgm:chPref val="1"/>
        </dgm:presLayoutVars>
      </dgm:prSet>
      <dgm:spPr/>
    </dgm:pt>
    <dgm:pt modelId="{2F93E482-62AA-4453-A1ED-D1E8964D9A1D}" type="pres">
      <dgm:prSet presAssocID="{A2794B5D-9286-4868-9171-1D6E85838A9B}" presName="sibTrans" presStyleCnt="0"/>
      <dgm:spPr/>
    </dgm:pt>
    <dgm:pt modelId="{C37CA563-7F24-47B0-B1E8-1A876AF8E3E5}" type="pres">
      <dgm:prSet presAssocID="{58F07D04-B2A6-4C27-9C4C-E3F8E2C4456E}" presName="compNode" presStyleCnt="0"/>
      <dgm:spPr/>
    </dgm:pt>
    <dgm:pt modelId="{30417303-626D-4330-8723-A68C34351937}" type="pres">
      <dgm:prSet presAssocID="{58F07D04-B2A6-4C27-9C4C-E3F8E2C4456E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5EC44FA-B508-4E80-BB7F-5283BF2AAC36}" type="pres">
      <dgm:prSet presAssocID="{58F07D04-B2A6-4C27-9C4C-E3F8E2C4456E}" presName="spaceRect" presStyleCnt="0"/>
      <dgm:spPr/>
    </dgm:pt>
    <dgm:pt modelId="{8C5FE786-DC92-425D-A206-13F3874053CD}" type="pres">
      <dgm:prSet presAssocID="{58F07D04-B2A6-4C27-9C4C-E3F8E2C4456E}" presName="textRect" presStyleLbl="revTx" presStyleIdx="1" presStyleCnt="6">
        <dgm:presLayoutVars>
          <dgm:chMax val="1"/>
          <dgm:chPref val="1"/>
        </dgm:presLayoutVars>
      </dgm:prSet>
      <dgm:spPr/>
    </dgm:pt>
    <dgm:pt modelId="{159D93E7-7AC8-46CE-AC6D-46F08BEA20BE}" type="pres">
      <dgm:prSet presAssocID="{50347FE8-7DC3-4A32-9B3D-398F9B01523A}" presName="sibTrans" presStyleCnt="0"/>
      <dgm:spPr/>
    </dgm:pt>
    <dgm:pt modelId="{EBDE51C3-0092-4560-9672-1D2BDF60ED51}" type="pres">
      <dgm:prSet presAssocID="{88F54377-558D-463E-82D1-22584E18F039}" presName="compNode" presStyleCnt="0"/>
      <dgm:spPr/>
    </dgm:pt>
    <dgm:pt modelId="{8C7409D8-36FE-4466-8B0D-E5D26386E4B7}" type="pres">
      <dgm:prSet presAssocID="{88F54377-558D-463E-82D1-22584E18F039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41F1AAC9-945C-4575-8930-C1F4395557A6}" type="pres">
      <dgm:prSet presAssocID="{88F54377-558D-463E-82D1-22584E18F039}" presName="spaceRect" presStyleCnt="0"/>
      <dgm:spPr/>
    </dgm:pt>
    <dgm:pt modelId="{5C7C90FB-4D93-4B89-8909-28B49CA0C4D9}" type="pres">
      <dgm:prSet presAssocID="{88F54377-558D-463E-82D1-22584E18F039}" presName="textRect" presStyleLbl="revTx" presStyleIdx="2" presStyleCnt="6">
        <dgm:presLayoutVars>
          <dgm:chMax val="1"/>
          <dgm:chPref val="1"/>
        </dgm:presLayoutVars>
      </dgm:prSet>
      <dgm:spPr/>
    </dgm:pt>
    <dgm:pt modelId="{AD1A1559-5B17-49DB-A1EA-3B30EEF2BC4E}" type="pres">
      <dgm:prSet presAssocID="{0A1DC4C3-FEC6-476A-BD7D-9F3D1772B869}" presName="sibTrans" presStyleCnt="0"/>
      <dgm:spPr/>
    </dgm:pt>
    <dgm:pt modelId="{5F5204F0-0E5C-4BBA-A851-D57FA69771E5}" type="pres">
      <dgm:prSet presAssocID="{CDFDE7A4-09AC-4F3F-B010-37A1C66D1034}" presName="compNode" presStyleCnt="0"/>
      <dgm:spPr/>
    </dgm:pt>
    <dgm:pt modelId="{C51F97D8-4403-44BE-93AE-73361091C82F}" type="pres">
      <dgm:prSet presAssocID="{CDFDE7A4-09AC-4F3F-B010-37A1C66D1034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4B00338B-C13B-4F6B-9AC5-9C2F01F3A009}" type="pres">
      <dgm:prSet presAssocID="{CDFDE7A4-09AC-4F3F-B010-37A1C66D1034}" presName="spaceRect" presStyleCnt="0"/>
      <dgm:spPr/>
    </dgm:pt>
    <dgm:pt modelId="{EC4A110B-75BB-4291-B2D7-F54C2DA2D528}" type="pres">
      <dgm:prSet presAssocID="{CDFDE7A4-09AC-4F3F-B010-37A1C66D1034}" presName="textRect" presStyleLbl="revTx" presStyleIdx="3" presStyleCnt="6">
        <dgm:presLayoutVars>
          <dgm:chMax val="1"/>
          <dgm:chPref val="1"/>
        </dgm:presLayoutVars>
      </dgm:prSet>
      <dgm:spPr/>
    </dgm:pt>
    <dgm:pt modelId="{742282DF-974A-4EB3-ABDB-09A547E1820C}" type="pres">
      <dgm:prSet presAssocID="{30EDA7ED-BF2F-4CAD-913B-BECA4AF33BA6}" presName="sibTrans" presStyleCnt="0"/>
      <dgm:spPr/>
    </dgm:pt>
    <dgm:pt modelId="{1B0057AD-9C6F-4BD4-9B3B-F1B2FD6969D6}" type="pres">
      <dgm:prSet presAssocID="{7336E0FF-84FD-40F4-80DA-1D8054772112}" presName="compNode" presStyleCnt="0"/>
      <dgm:spPr/>
    </dgm:pt>
    <dgm:pt modelId="{A612E528-3EDF-4A94-B653-611053418361}" type="pres">
      <dgm:prSet presAssocID="{7336E0FF-84FD-40F4-80DA-1D8054772112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EBB6C30D-277C-47F7-8692-6B3A201A79FB}" type="pres">
      <dgm:prSet presAssocID="{7336E0FF-84FD-40F4-80DA-1D8054772112}" presName="spaceRect" presStyleCnt="0"/>
      <dgm:spPr/>
    </dgm:pt>
    <dgm:pt modelId="{F464E7EE-223D-4A1A-8260-8D0A9A9C1609}" type="pres">
      <dgm:prSet presAssocID="{7336E0FF-84FD-40F4-80DA-1D8054772112}" presName="textRect" presStyleLbl="revTx" presStyleIdx="4" presStyleCnt="6">
        <dgm:presLayoutVars>
          <dgm:chMax val="1"/>
          <dgm:chPref val="1"/>
        </dgm:presLayoutVars>
      </dgm:prSet>
      <dgm:spPr/>
    </dgm:pt>
    <dgm:pt modelId="{07031E64-0D74-4BDA-9B9E-3522A35FCE77}" type="pres">
      <dgm:prSet presAssocID="{2BC307CE-35EF-4871-B73A-EE4148F8531D}" presName="sibTrans" presStyleCnt="0"/>
      <dgm:spPr/>
    </dgm:pt>
    <dgm:pt modelId="{D3964905-239D-4705-A73E-8FCEB74053E9}" type="pres">
      <dgm:prSet presAssocID="{75E2E52E-4019-4647-A194-781508F9BE15}" presName="compNode" presStyleCnt="0"/>
      <dgm:spPr/>
    </dgm:pt>
    <dgm:pt modelId="{4672096E-61B3-47C9-8DDC-1EB4644261D5}" type="pres">
      <dgm:prSet presAssocID="{75E2E52E-4019-4647-A194-781508F9BE15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3157127-4005-4794-93E5-F1DC9A24BD5F}" type="pres">
      <dgm:prSet presAssocID="{75E2E52E-4019-4647-A194-781508F9BE15}" presName="spaceRect" presStyleCnt="0"/>
      <dgm:spPr/>
    </dgm:pt>
    <dgm:pt modelId="{70D48A32-2628-4A34-A4E8-EC43378BC076}" type="pres">
      <dgm:prSet presAssocID="{75E2E52E-4019-4647-A194-781508F9BE15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5659AC0A-7EB7-4A82-8244-6A3BC21CF5AE}" type="presOf" srcId="{58F07D04-B2A6-4C27-9C4C-E3F8E2C4456E}" destId="{8C5FE786-DC92-425D-A206-13F3874053CD}" srcOrd="0" destOrd="0" presId="urn:microsoft.com/office/officeart/2018/2/layout/IconLabelList"/>
    <dgm:cxn modelId="{841D0730-77E4-43E9-A095-A4EAEFD46C65}" srcId="{3E93F03C-C046-4ADD-BFB1-59A131A0E805}" destId="{7336E0FF-84FD-40F4-80DA-1D8054772112}" srcOrd="4" destOrd="0" parTransId="{2B2682A4-01F5-41D5-8949-EE3A60F234CF}" sibTransId="{2BC307CE-35EF-4871-B73A-EE4148F8531D}"/>
    <dgm:cxn modelId="{6E7B4B3E-9C4C-46B8-A643-C44EAB920B0E}" srcId="{3E93F03C-C046-4ADD-BFB1-59A131A0E805}" destId="{E121B48B-0249-48AE-A1C1-75BAEF18CE71}" srcOrd="0" destOrd="0" parTransId="{EC6F9673-008B-44F1-A414-FF4A5AF63476}" sibTransId="{A2794B5D-9286-4868-9171-1D6E85838A9B}"/>
    <dgm:cxn modelId="{740C3A5F-CB91-4860-9BAB-8CEB8BEDE7A9}" srcId="{3E93F03C-C046-4ADD-BFB1-59A131A0E805}" destId="{75E2E52E-4019-4647-A194-781508F9BE15}" srcOrd="5" destOrd="0" parTransId="{B6CDE51C-C04B-4D51-B7A9-D5F56EEFB7EC}" sibTransId="{3117D06E-B2EB-4269-927E-4874C854E988}"/>
    <dgm:cxn modelId="{F2FA4C53-B461-4697-B4EA-7D7F0259C70A}" type="presOf" srcId="{7336E0FF-84FD-40F4-80DA-1D8054772112}" destId="{F464E7EE-223D-4A1A-8260-8D0A9A9C1609}" srcOrd="0" destOrd="0" presId="urn:microsoft.com/office/officeart/2018/2/layout/IconLabelList"/>
    <dgm:cxn modelId="{A44A3393-F866-4411-83C4-5D5ACD250A61}" type="presOf" srcId="{CDFDE7A4-09AC-4F3F-B010-37A1C66D1034}" destId="{EC4A110B-75BB-4291-B2D7-F54C2DA2D528}" srcOrd="0" destOrd="0" presId="urn:microsoft.com/office/officeart/2018/2/layout/IconLabelList"/>
    <dgm:cxn modelId="{FD0DD094-5B0E-4B9C-8B5C-6F131BCA86A3}" srcId="{3E93F03C-C046-4ADD-BFB1-59A131A0E805}" destId="{58F07D04-B2A6-4C27-9C4C-E3F8E2C4456E}" srcOrd="1" destOrd="0" parTransId="{EF9212C1-657B-453B-B793-BDD37074A21D}" sibTransId="{50347FE8-7DC3-4A32-9B3D-398F9B01523A}"/>
    <dgm:cxn modelId="{53FDB8B6-9772-475E-98DA-B692C0A4C36C}" type="presOf" srcId="{88F54377-558D-463E-82D1-22584E18F039}" destId="{5C7C90FB-4D93-4B89-8909-28B49CA0C4D9}" srcOrd="0" destOrd="0" presId="urn:microsoft.com/office/officeart/2018/2/layout/IconLabelList"/>
    <dgm:cxn modelId="{60140AB9-363E-4325-805F-114D20A3EDD1}" srcId="{3E93F03C-C046-4ADD-BFB1-59A131A0E805}" destId="{CDFDE7A4-09AC-4F3F-B010-37A1C66D1034}" srcOrd="3" destOrd="0" parTransId="{CC3FAD6F-E3CE-4762-8511-9D16E7B38981}" sibTransId="{30EDA7ED-BF2F-4CAD-913B-BECA4AF33BA6}"/>
    <dgm:cxn modelId="{978581D9-808B-4C39-B58E-3D07D1743A69}" type="presOf" srcId="{3E93F03C-C046-4ADD-BFB1-59A131A0E805}" destId="{FC6B9313-0702-4917-BE9C-93A5EA7AAEEC}" srcOrd="0" destOrd="0" presId="urn:microsoft.com/office/officeart/2018/2/layout/IconLabelList"/>
    <dgm:cxn modelId="{28E6E0E3-9861-4FEF-A764-2EFA8D8384D3}" type="presOf" srcId="{75E2E52E-4019-4647-A194-781508F9BE15}" destId="{70D48A32-2628-4A34-A4E8-EC43378BC076}" srcOrd="0" destOrd="0" presId="urn:microsoft.com/office/officeart/2018/2/layout/IconLabelList"/>
    <dgm:cxn modelId="{4BBA40EB-7CE2-4D30-888B-C86F6EDD3D75}" srcId="{3E93F03C-C046-4ADD-BFB1-59A131A0E805}" destId="{88F54377-558D-463E-82D1-22584E18F039}" srcOrd="2" destOrd="0" parTransId="{B8E4198B-12D2-4927-83D6-784EDAE22147}" sibTransId="{0A1DC4C3-FEC6-476A-BD7D-9F3D1772B869}"/>
    <dgm:cxn modelId="{C5D6CAF7-3652-4548-8765-0154B93A0BF9}" type="presOf" srcId="{E121B48B-0249-48AE-A1C1-75BAEF18CE71}" destId="{845F57BE-9C2D-4728-BDF6-DED4F1184571}" srcOrd="0" destOrd="0" presId="urn:microsoft.com/office/officeart/2018/2/layout/IconLabelList"/>
    <dgm:cxn modelId="{71C76131-CF86-4DAF-AF76-158E9CF471A7}" type="presParOf" srcId="{FC6B9313-0702-4917-BE9C-93A5EA7AAEEC}" destId="{1E8534DF-47B6-4B5E-B022-6C12DE4363DF}" srcOrd="0" destOrd="0" presId="urn:microsoft.com/office/officeart/2018/2/layout/IconLabelList"/>
    <dgm:cxn modelId="{6799FA39-46A4-446F-B2D3-9A3C2B1B23EF}" type="presParOf" srcId="{1E8534DF-47B6-4B5E-B022-6C12DE4363DF}" destId="{3A4FB219-B905-481B-9320-A892AA3571E5}" srcOrd="0" destOrd="0" presId="urn:microsoft.com/office/officeart/2018/2/layout/IconLabelList"/>
    <dgm:cxn modelId="{FD8B6DEF-70EC-4AEE-83F0-D51BA27EB344}" type="presParOf" srcId="{1E8534DF-47B6-4B5E-B022-6C12DE4363DF}" destId="{2AC5F1DA-22F0-4EBA-9183-CFAA5C185172}" srcOrd="1" destOrd="0" presId="urn:microsoft.com/office/officeart/2018/2/layout/IconLabelList"/>
    <dgm:cxn modelId="{9E7FA382-0D61-40BE-9FF6-6488C5021F0B}" type="presParOf" srcId="{1E8534DF-47B6-4B5E-B022-6C12DE4363DF}" destId="{845F57BE-9C2D-4728-BDF6-DED4F1184571}" srcOrd="2" destOrd="0" presId="urn:microsoft.com/office/officeart/2018/2/layout/IconLabelList"/>
    <dgm:cxn modelId="{66A2D016-2F26-4DAC-BD00-8D8A606ACAF0}" type="presParOf" srcId="{FC6B9313-0702-4917-BE9C-93A5EA7AAEEC}" destId="{2F93E482-62AA-4453-A1ED-D1E8964D9A1D}" srcOrd="1" destOrd="0" presId="urn:microsoft.com/office/officeart/2018/2/layout/IconLabelList"/>
    <dgm:cxn modelId="{D65976E9-706C-4273-8553-5947CC90205C}" type="presParOf" srcId="{FC6B9313-0702-4917-BE9C-93A5EA7AAEEC}" destId="{C37CA563-7F24-47B0-B1E8-1A876AF8E3E5}" srcOrd="2" destOrd="0" presId="urn:microsoft.com/office/officeart/2018/2/layout/IconLabelList"/>
    <dgm:cxn modelId="{169A2ED7-9A48-442D-A93D-C79475DA96D7}" type="presParOf" srcId="{C37CA563-7F24-47B0-B1E8-1A876AF8E3E5}" destId="{30417303-626D-4330-8723-A68C34351937}" srcOrd="0" destOrd="0" presId="urn:microsoft.com/office/officeart/2018/2/layout/IconLabelList"/>
    <dgm:cxn modelId="{BA47FE38-55A4-4C52-A569-C5CE05AEC9A7}" type="presParOf" srcId="{C37CA563-7F24-47B0-B1E8-1A876AF8E3E5}" destId="{95EC44FA-B508-4E80-BB7F-5283BF2AAC36}" srcOrd="1" destOrd="0" presId="urn:microsoft.com/office/officeart/2018/2/layout/IconLabelList"/>
    <dgm:cxn modelId="{26FC46E3-C96E-4C3B-94C9-68453E99514B}" type="presParOf" srcId="{C37CA563-7F24-47B0-B1E8-1A876AF8E3E5}" destId="{8C5FE786-DC92-425D-A206-13F3874053CD}" srcOrd="2" destOrd="0" presId="urn:microsoft.com/office/officeart/2018/2/layout/IconLabelList"/>
    <dgm:cxn modelId="{186B97B5-8BC8-4E36-B182-A21D2E0CB50C}" type="presParOf" srcId="{FC6B9313-0702-4917-BE9C-93A5EA7AAEEC}" destId="{159D93E7-7AC8-46CE-AC6D-46F08BEA20BE}" srcOrd="3" destOrd="0" presId="urn:microsoft.com/office/officeart/2018/2/layout/IconLabelList"/>
    <dgm:cxn modelId="{AB4096C8-8584-43F4-B861-9C9273D7C86F}" type="presParOf" srcId="{FC6B9313-0702-4917-BE9C-93A5EA7AAEEC}" destId="{EBDE51C3-0092-4560-9672-1D2BDF60ED51}" srcOrd="4" destOrd="0" presId="urn:microsoft.com/office/officeart/2018/2/layout/IconLabelList"/>
    <dgm:cxn modelId="{1132F79D-E612-49D7-87B3-C7D5615FB34A}" type="presParOf" srcId="{EBDE51C3-0092-4560-9672-1D2BDF60ED51}" destId="{8C7409D8-36FE-4466-8B0D-E5D26386E4B7}" srcOrd="0" destOrd="0" presId="urn:microsoft.com/office/officeart/2018/2/layout/IconLabelList"/>
    <dgm:cxn modelId="{AD42C9B3-EF04-444D-AD34-B55F2D1BEC34}" type="presParOf" srcId="{EBDE51C3-0092-4560-9672-1D2BDF60ED51}" destId="{41F1AAC9-945C-4575-8930-C1F4395557A6}" srcOrd="1" destOrd="0" presId="urn:microsoft.com/office/officeart/2018/2/layout/IconLabelList"/>
    <dgm:cxn modelId="{E82091A6-D15C-4CC1-8453-DDBDE462B094}" type="presParOf" srcId="{EBDE51C3-0092-4560-9672-1D2BDF60ED51}" destId="{5C7C90FB-4D93-4B89-8909-28B49CA0C4D9}" srcOrd="2" destOrd="0" presId="urn:microsoft.com/office/officeart/2018/2/layout/IconLabelList"/>
    <dgm:cxn modelId="{C226CA4E-E688-4D7A-A50B-332E7B3613B7}" type="presParOf" srcId="{FC6B9313-0702-4917-BE9C-93A5EA7AAEEC}" destId="{AD1A1559-5B17-49DB-A1EA-3B30EEF2BC4E}" srcOrd="5" destOrd="0" presId="urn:microsoft.com/office/officeart/2018/2/layout/IconLabelList"/>
    <dgm:cxn modelId="{5514D2D2-1390-4DE1-9551-240DE7FE1CEE}" type="presParOf" srcId="{FC6B9313-0702-4917-BE9C-93A5EA7AAEEC}" destId="{5F5204F0-0E5C-4BBA-A851-D57FA69771E5}" srcOrd="6" destOrd="0" presId="urn:microsoft.com/office/officeart/2018/2/layout/IconLabelList"/>
    <dgm:cxn modelId="{45B79A90-4784-4A55-BF8D-6200C1E31826}" type="presParOf" srcId="{5F5204F0-0E5C-4BBA-A851-D57FA69771E5}" destId="{C51F97D8-4403-44BE-93AE-73361091C82F}" srcOrd="0" destOrd="0" presId="urn:microsoft.com/office/officeart/2018/2/layout/IconLabelList"/>
    <dgm:cxn modelId="{2EAA97FA-6063-4662-A3E1-52B0B821217D}" type="presParOf" srcId="{5F5204F0-0E5C-4BBA-A851-D57FA69771E5}" destId="{4B00338B-C13B-4F6B-9AC5-9C2F01F3A009}" srcOrd="1" destOrd="0" presId="urn:microsoft.com/office/officeart/2018/2/layout/IconLabelList"/>
    <dgm:cxn modelId="{A24E7D73-6E1B-44E2-B946-EF47501C0365}" type="presParOf" srcId="{5F5204F0-0E5C-4BBA-A851-D57FA69771E5}" destId="{EC4A110B-75BB-4291-B2D7-F54C2DA2D528}" srcOrd="2" destOrd="0" presId="urn:microsoft.com/office/officeart/2018/2/layout/IconLabelList"/>
    <dgm:cxn modelId="{3EC7B695-A788-4F4D-AA78-C51BB45F5BB0}" type="presParOf" srcId="{FC6B9313-0702-4917-BE9C-93A5EA7AAEEC}" destId="{742282DF-974A-4EB3-ABDB-09A547E1820C}" srcOrd="7" destOrd="0" presId="urn:microsoft.com/office/officeart/2018/2/layout/IconLabelList"/>
    <dgm:cxn modelId="{6A2B2E58-8817-42A7-97BC-C34EC8209463}" type="presParOf" srcId="{FC6B9313-0702-4917-BE9C-93A5EA7AAEEC}" destId="{1B0057AD-9C6F-4BD4-9B3B-F1B2FD6969D6}" srcOrd="8" destOrd="0" presId="urn:microsoft.com/office/officeart/2018/2/layout/IconLabelList"/>
    <dgm:cxn modelId="{E01D9BBD-F032-4BCB-8613-64C79A1015E1}" type="presParOf" srcId="{1B0057AD-9C6F-4BD4-9B3B-F1B2FD6969D6}" destId="{A612E528-3EDF-4A94-B653-611053418361}" srcOrd="0" destOrd="0" presId="urn:microsoft.com/office/officeart/2018/2/layout/IconLabelList"/>
    <dgm:cxn modelId="{BE2638BC-2BDE-44FA-8DE9-BB1665639D05}" type="presParOf" srcId="{1B0057AD-9C6F-4BD4-9B3B-F1B2FD6969D6}" destId="{EBB6C30D-277C-47F7-8692-6B3A201A79FB}" srcOrd="1" destOrd="0" presId="urn:microsoft.com/office/officeart/2018/2/layout/IconLabelList"/>
    <dgm:cxn modelId="{E1B5A8DF-61DE-4C50-B4CC-96C42552EAF6}" type="presParOf" srcId="{1B0057AD-9C6F-4BD4-9B3B-F1B2FD6969D6}" destId="{F464E7EE-223D-4A1A-8260-8D0A9A9C1609}" srcOrd="2" destOrd="0" presId="urn:microsoft.com/office/officeart/2018/2/layout/IconLabelList"/>
    <dgm:cxn modelId="{04AFC5B5-B55E-40FA-A226-83BC2868AB12}" type="presParOf" srcId="{FC6B9313-0702-4917-BE9C-93A5EA7AAEEC}" destId="{07031E64-0D74-4BDA-9B9E-3522A35FCE77}" srcOrd="9" destOrd="0" presId="urn:microsoft.com/office/officeart/2018/2/layout/IconLabelList"/>
    <dgm:cxn modelId="{156D4133-59DD-4EDE-902C-C87B004F880F}" type="presParOf" srcId="{FC6B9313-0702-4917-BE9C-93A5EA7AAEEC}" destId="{D3964905-239D-4705-A73E-8FCEB74053E9}" srcOrd="10" destOrd="0" presId="urn:microsoft.com/office/officeart/2018/2/layout/IconLabelList"/>
    <dgm:cxn modelId="{6475921D-4DB8-4988-BB82-4DB9F390A05E}" type="presParOf" srcId="{D3964905-239D-4705-A73E-8FCEB74053E9}" destId="{4672096E-61B3-47C9-8DDC-1EB4644261D5}" srcOrd="0" destOrd="0" presId="urn:microsoft.com/office/officeart/2018/2/layout/IconLabelList"/>
    <dgm:cxn modelId="{FBCE7682-D27D-4761-8BD8-3B4D94561862}" type="presParOf" srcId="{D3964905-239D-4705-A73E-8FCEB74053E9}" destId="{23157127-4005-4794-93E5-F1DC9A24BD5F}" srcOrd="1" destOrd="0" presId="urn:microsoft.com/office/officeart/2018/2/layout/IconLabelList"/>
    <dgm:cxn modelId="{02C09DE9-3A8D-4DC3-A933-29A6FC0728E2}" type="presParOf" srcId="{D3964905-239D-4705-A73E-8FCEB74053E9}" destId="{70D48A32-2628-4A34-A4E8-EC43378BC07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4FB219-B905-481B-9320-A892AA3571E5}">
      <dsp:nvSpPr>
        <dsp:cNvPr id="0" name=""/>
        <dsp:cNvSpPr/>
      </dsp:nvSpPr>
      <dsp:spPr>
        <a:xfrm>
          <a:off x="437081" y="1295266"/>
          <a:ext cx="715078" cy="7150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5F57BE-9C2D-4728-BDF6-DED4F1184571}">
      <dsp:nvSpPr>
        <dsp:cNvPr id="0" name=""/>
        <dsp:cNvSpPr/>
      </dsp:nvSpPr>
      <dsp:spPr>
        <a:xfrm>
          <a:off x="89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Secure Login &amp; Registration</a:t>
          </a:r>
        </a:p>
      </dsp:txBody>
      <dsp:txXfrm>
        <a:off x="89" y="2261913"/>
        <a:ext cx="1589062" cy="635625"/>
      </dsp:txXfrm>
    </dsp:sp>
    <dsp:sp modelId="{30417303-626D-4330-8723-A68C34351937}">
      <dsp:nvSpPr>
        <dsp:cNvPr id="0" name=""/>
        <dsp:cNvSpPr/>
      </dsp:nvSpPr>
      <dsp:spPr>
        <a:xfrm>
          <a:off x="2304229" y="1295266"/>
          <a:ext cx="715078" cy="7150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5FE786-DC92-425D-A206-13F3874053CD}">
      <dsp:nvSpPr>
        <dsp:cNvPr id="0" name=""/>
        <dsp:cNvSpPr/>
      </dsp:nvSpPr>
      <dsp:spPr>
        <a:xfrm>
          <a:off x="1867237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Attendance Marking</a:t>
          </a:r>
        </a:p>
      </dsp:txBody>
      <dsp:txXfrm>
        <a:off x="1867237" y="2261913"/>
        <a:ext cx="1589062" cy="635625"/>
      </dsp:txXfrm>
    </dsp:sp>
    <dsp:sp modelId="{8C7409D8-36FE-4466-8B0D-E5D26386E4B7}">
      <dsp:nvSpPr>
        <dsp:cNvPr id="0" name=""/>
        <dsp:cNvSpPr/>
      </dsp:nvSpPr>
      <dsp:spPr>
        <a:xfrm>
          <a:off x="4171378" y="1295266"/>
          <a:ext cx="715078" cy="7150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7C90FB-4D93-4B89-8909-28B49CA0C4D9}">
      <dsp:nvSpPr>
        <dsp:cNvPr id="0" name=""/>
        <dsp:cNvSpPr/>
      </dsp:nvSpPr>
      <dsp:spPr>
        <a:xfrm>
          <a:off x="3734386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Class Selection</a:t>
          </a:r>
        </a:p>
      </dsp:txBody>
      <dsp:txXfrm>
        <a:off x="3734386" y="2261913"/>
        <a:ext cx="1589062" cy="635625"/>
      </dsp:txXfrm>
    </dsp:sp>
    <dsp:sp modelId="{C51F97D8-4403-44BE-93AE-73361091C82F}">
      <dsp:nvSpPr>
        <dsp:cNvPr id="0" name=""/>
        <dsp:cNvSpPr/>
      </dsp:nvSpPr>
      <dsp:spPr>
        <a:xfrm>
          <a:off x="6038526" y="1295266"/>
          <a:ext cx="715078" cy="71507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4A110B-75BB-4291-B2D7-F54C2DA2D528}">
      <dsp:nvSpPr>
        <dsp:cNvPr id="0" name=""/>
        <dsp:cNvSpPr/>
      </dsp:nvSpPr>
      <dsp:spPr>
        <a:xfrm>
          <a:off x="5601534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Search &amp; View Attendance</a:t>
          </a:r>
        </a:p>
      </dsp:txBody>
      <dsp:txXfrm>
        <a:off x="5601534" y="2261913"/>
        <a:ext cx="1589062" cy="635625"/>
      </dsp:txXfrm>
    </dsp:sp>
    <dsp:sp modelId="{A612E528-3EDF-4A94-B653-611053418361}">
      <dsp:nvSpPr>
        <dsp:cNvPr id="0" name=""/>
        <dsp:cNvSpPr/>
      </dsp:nvSpPr>
      <dsp:spPr>
        <a:xfrm>
          <a:off x="7905675" y="1295266"/>
          <a:ext cx="715078" cy="71507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64E7EE-223D-4A1A-8260-8D0A9A9C1609}">
      <dsp:nvSpPr>
        <dsp:cNvPr id="0" name=""/>
        <dsp:cNvSpPr/>
      </dsp:nvSpPr>
      <dsp:spPr>
        <a:xfrm>
          <a:off x="7468682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Java Swing UI</a:t>
          </a:r>
        </a:p>
      </dsp:txBody>
      <dsp:txXfrm>
        <a:off x="7468682" y="2261913"/>
        <a:ext cx="1589062" cy="635625"/>
      </dsp:txXfrm>
    </dsp:sp>
    <dsp:sp modelId="{4672096E-61B3-47C9-8DDC-1EB4644261D5}">
      <dsp:nvSpPr>
        <dsp:cNvPr id="0" name=""/>
        <dsp:cNvSpPr/>
      </dsp:nvSpPr>
      <dsp:spPr>
        <a:xfrm>
          <a:off x="9772823" y="1295266"/>
          <a:ext cx="715078" cy="71507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D48A32-2628-4A34-A4E8-EC43378BC076}">
      <dsp:nvSpPr>
        <dsp:cNvPr id="0" name=""/>
        <dsp:cNvSpPr/>
      </dsp:nvSpPr>
      <dsp:spPr>
        <a:xfrm>
          <a:off x="9335831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MySQL Database Storage</a:t>
          </a:r>
        </a:p>
      </dsp:txBody>
      <dsp:txXfrm>
        <a:off x="9335831" y="2261913"/>
        <a:ext cx="1589062" cy="6356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7980" y="1093788"/>
            <a:ext cx="10503719" cy="2967208"/>
          </a:xfrm>
        </p:spPr>
        <p:txBody>
          <a:bodyPr>
            <a:normAutofit/>
          </a:bodyPr>
          <a:lstStyle/>
          <a:p>
            <a:pPr algn="l"/>
            <a:r>
              <a:rPr lang="en-IN" sz="7900" dirty="0"/>
              <a:t>Attendance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98996" y="4619624"/>
            <a:ext cx="3945751" cy="1038225"/>
          </a:xfrm>
        </p:spPr>
        <p:txBody>
          <a:bodyPr>
            <a:normAutofit/>
          </a:bodyPr>
          <a:lstStyle/>
          <a:p>
            <a:pPr algn="r"/>
            <a:r>
              <a:rPr lang="en-IN" dirty="0"/>
              <a:t>Java Swing + MySQL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028" y="4331166"/>
            <a:ext cx="105037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4441" y="2349353"/>
            <a:ext cx="54864" cy="39457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9F6B8F-D3F8-AD75-7CF8-D79C90FD0B40}"/>
              </a:ext>
            </a:extLst>
          </p:cNvPr>
          <p:cNvSpPr txBox="1"/>
          <p:nvPr/>
        </p:nvSpPr>
        <p:spPr>
          <a:xfrm>
            <a:off x="8298108" y="5334594"/>
            <a:ext cx="4460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</a:t>
            </a:r>
          </a:p>
          <a:p>
            <a:r>
              <a:rPr lang="en-US" dirty="0"/>
              <a:t>G. Jayanth - 24211A6731</a:t>
            </a:r>
          </a:p>
          <a:p>
            <a:r>
              <a:rPr lang="en-US" dirty="0"/>
              <a:t>K . Bharath – 24211A6746</a:t>
            </a:r>
          </a:p>
          <a:p>
            <a:r>
              <a:rPr lang="en-US" dirty="0"/>
              <a:t>K. Suraj Naga Krishna - 24211A6756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7" y="0"/>
            <a:ext cx="1218577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166186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655" y="1153572"/>
            <a:ext cx="3199566" cy="4461163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48435" y="2455479"/>
            <a:ext cx="4082370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6149" y="591344"/>
            <a:ext cx="6904693" cy="5585619"/>
          </a:xfrm>
        </p:spPr>
        <p:txBody>
          <a:bodyPr anchor="ctr">
            <a:normAutofit/>
          </a:bodyPr>
          <a:lstStyle/>
          <a:p>
            <a:r>
              <a:rPr dirty="0"/>
              <a:t>The Attendance </a:t>
            </a:r>
            <a:r>
              <a:rPr lang="en-IN" dirty="0"/>
              <a:t>Management</a:t>
            </a:r>
            <a:r>
              <a:rPr dirty="0"/>
              <a:t> System </a:t>
            </a:r>
            <a:r>
              <a:rPr lang="en-IN" dirty="0"/>
              <a:t>digitalises</a:t>
            </a:r>
            <a:r>
              <a:rPr dirty="0"/>
              <a:t> attendance marking.</a:t>
            </a:r>
          </a:p>
          <a:p>
            <a:r>
              <a:rPr dirty="0"/>
              <a:t>Features:</a:t>
            </a:r>
          </a:p>
          <a:p>
            <a:r>
              <a:rPr dirty="0"/>
              <a:t>- Staff Login/Registration</a:t>
            </a:r>
          </a:p>
          <a:p>
            <a:r>
              <a:rPr dirty="0"/>
              <a:t>- Class Selection</a:t>
            </a:r>
          </a:p>
          <a:p>
            <a:r>
              <a:rPr dirty="0"/>
              <a:t>- Attendance Marking</a:t>
            </a:r>
          </a:p>
          <a:p>
            <a:r>
              <a:rPr dirty="0"/>
              <a:t>- Search Attendance</a:t>
            </a:r>
          </a:p>
          <a:p>
            <a:r>
              <a:rPr dirty="0"/>
              <a:t>- Student Attendance Records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771" y="639520"/>
            <a:ext cx="3428107" cy="1719072"/>
          </a:xfrm>
        </p:spPr>
        <p:txBody>
          <a:bodyPr anchor="b">
            <a:normAutofit/>
          </a:bodyPr>
          <a:lstStyle/>
          <a:p>
            <a:r>
              <a:rPr lang="en-IN" sz="5300"/>
              <a:t>Login Page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110" y="2573756"/>
            <a:ext cx="3254247" cy="18288"/>
          </a:xfrm>
          <a:custGeom>
            <a:avLst/>
            <a:gdLst>
              <a:gd name="csX0" fmla="*/ 0 w 3254247"/>
              <a:gd name="csY0" fmla="*/ 0 h 18288"/>
              <a:gd name="csX1" fmla="*/ 618307 w 3254247"/>
              <a:gd name="csY1" fmla="*/ 0 h 18288"/>
              <a:gd name="csX2" fmla="*/ 1269156 w 3254247"/>
              <a:gd name="csY2" fmla="*/ 0 h 18288"/>
              <a:gd name="csX3" fmla="*/ 1952548 w 3254247"/>
              <a:gd name="csY3" fmla="*/ 0 h 18288"/>
              <a:gd name="csX4" fmla="*/ 2635940 w 3254247"/>
              <a:gd name="csY4" fmla="*/ 0 h 18288"/>
              <a:gd name="csX5" fmla="*/ 3254247 w 3254247"/>
              <a:gd name="csY5" fmla="*/ 0 h 18288"/>
              <a:gd name="csX6" fmla="*/ 3254247 w 3254247"/>
              <a:gd name="csY6" fmla="*/ 18288 h 18288"/>
              <a:gd name="csX7" fmla="*/ 2538313 w 3254247"/>
              <a:gd name="csY7" fmla="*/ 18288 h 18288"/>
              <a:gd name="csX8" fmla="*/ 1822378 w 3254247"/>
              <a:gd name="csY8" fmla="*/ 18288 h 18288"/>
              <a:gd name="csX9" fmla="*/ 1171529 w 3254247"/>
              <a:gd name="csY9" fmla="*/ 18288 h 18288"/>
              <a:gd name="csX10" fmla="*/ 0 w 3254247"/>
              <a:gd name="csY10" fmla="*/ 18288 h 18288"/>
              <a:gd name="csX11" fmla="*/ 0 w 3254247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4247" h="18288" fill="none" extrusionOk="0">
                <a:moveTo>
                  <a:pt x="0" y="0"/>
                </a:moveTo>
                <a:cubicBezTo>
                  <a:pt x="144450" y="-12392"/>
                  <a:pt x="427337" y="305"/>
                  <a:pt x="618307" y="0"/>
                </a:cubicBezTo>
                <a:cubicBezTo>
                  <a:pt x="809277" y="-305"/>
                  <a:pt x="1078885" y="8814"/>
                  <a:pt x="1269156" y="0"/>
                </a:cubicBezTo>
                <a:cubicBezTo>
                  <a:pt x="1459427" y="-8814"/>
                  <a:pt x="1722292" y="-25341"/>
                  <a:pt x="1952548" y="0"/>
                </a:cubicBezTo>
                <a:cubicBezTo>
                  <a:pt x="2182804" y="25341"/>
                  <a:pt x="2398437" y="-22277"/>
                  <a:pt x="2635940" y="0"/>
                </a:cubicBezTo>
                <a:cubicBezTo>
                  <a:pt x="2873443" y="22277"/>
                  <a:pt x="3033770" y="159"/>
                  <a:pt x="3254247" y="0"/>
                </a:cubicBezTo>
                <a:cubicBezTo>
                  <a:pt x="3253538" y="8157"/>
                  <a:pt x="3253834" y="12125"/>
                  <a:pt x="3254247" y="18288"/>
                </a:cubicBezTo>
                <a:cubicBezTo>
                  <a:pt x="2959973" y="-3940"/>
                  <a:pt x="2715651" y="17499"/>
                  <a:pt x="2538313" y="18288"/>
                </a:cubicBezTo>
                <a:cubicBezTo>
                  <a:pt x="2360975" y="19077"/>
                  <a:pt x="2071193" y="10564"/>
                  <a:pt x="1822378" y="18288"/>
                </a:cubicBezTo>
                <a:cubicBezTo>
                  <a:pt x="1573564" y="26012"/>
                  <a:pt x="1460056" y="11360"/>
                  <a:pt x="1171529" y="18288"/>
                </a:cubicBezTo>
                <a:cubicBezTo>
                  <a:pt x="883002" y="25216"/>
                  <a:pt x="556569" y="57254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4247" h="18288" stroke="0" extrusionOk="0">
                <a:moveTo>
                  <a:pt x="0" y="0"/>
                </a:moveTo>
                <a:cubicBezTo>
                  <a:pt x="245716" y="-28411"/>
                  <a:pt x="413361" y="22670"/>
                  <a:pt x="618307" y="0"/>
                </a:cubicBezTo>
                <a:cubicBezTo>
                  <a:pt x="823253" y="-22670"/>
                  <a:pt x="907327" y="17544"/>
                  <a:pt x="1171529" y="0"/>
                </a:cubicBezTo>
                <a:cubicBezTo>
                  <a:pt x="1435731" y="-17544"/>
                  <a:pt x="1714065" y="-34404"/>
                  <a:pt x="1887463" y="0"/>
                </a:cubicBezTo>
                <a:cubicBezTo>
                  <a:pt x="2060861" y="34404"/>
                  <a:pt x="2348517" y="24017"/>
                  <a:pt x="2505770" y="0"/>
                </a:cubicBezTo>
                <a:cubicBezTo>
                  <a:pt x="2663023" y="-24017"/>
                  <a:pt x="3030962" y="-27792"/>
                  <a:pt x="3254247" y="0"/>
                </a:cubicBezTo>
                <a:cubicBezTo>
                  <a:pt x="3253983" y="4493"/>
                  <a:pt x="3254631" y="9472"/>
                  <a:pt x="3254247" y="18288"/>
                </a:cubicBezTo>
                <a:cubicBezTo>
                  <a:pt x="2934372" y="-7513"/>
                  <a:pt x="2749175" y="38681"/>
                  <a:pt x="2603398" y="18288"/>
                </a:cubicBezTo>
                <a:cubicBezTo>
                  <a:pt x="2457621" y="-2105"/>
                  <a:pt x="2184707" y="10633"/>
                  <a:pt x="1887463" y="18288"/>
                </a:cubicBezTo>
                <a:cubicBezTo>
                  <a:pt x="1590219" y="25943"/>
                  <a:pt x="1494607" y="28003"/>
                  <a:pt x="1334241" y="18288"/>
                </a:cubicBezTo>
                <a:cubicBezTo>
                  <a:pt x="1173875" y="8573"/>
                  <a:pt x="962016" y="17971"/>
                  <a:pt x="683392" y="18288"/>
                </a:cubicBezTo>
                <a:cubicBezTo>
                  <a:pt x="404768" y="18605"/>
                  <a:pt x="256873" y="5009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771" y="2807208"/>
            <a:ext cx="3428107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Staff can log in using email and password.</a:t>
            </a:r>
          </a:p>
        </p:txBody>
      </p:sp>
      <p:pic>
        <p:nvPicPr>
          <p:cNvPr id="4" name="Picture 3" descr="WhatsApp Image 2025-12-10 at 20.17.23_9d11fb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083" y="1669010"/>
            <a:ext cx="6901923" cy="35199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4587" y="798703"/>
            <a:ext cx="5219825" cy="30720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Registration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921" y="3962792"/>
            <a:ext cx="5219825" cy="21021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 staff can register and then log in.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2339" y="0"/>
            <a:ext cx="1736948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64584" y="1"/>
            <a:ext cx="1154841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WhatsApp Image 2025-12-10 at 20.20.59_c3c9b33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65" y="1799271"/>
            <a:ext cx="5567863" cy="3243279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29125" y="2916245"/>
            <a:ext cx="159700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6578" y="5717906"/>
            <a:ext cx="1771148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5779" y="6258756"/>
            <a:ext cx="1565533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1048" y="5835650"/>
            <a:ext cx="1547777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4587" y="798703"/>
            <a:ext cx="5219825" cy="30720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Class Selection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921" y="3962792"/>
            <a:ext cx="5219825" cy="21021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Staff selects Department, Section, Year, and Subject.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2339" y="0"/>
            <a:ext cx="1736948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64584" y="1"/>
            <a:ext cx="1154841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WhatsApp Image 2025-12-10 at 20.18.24_24e224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617" y="1817789"/>
            <a:ext cx="5270808" cy="3191091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29125" y="2916245"/>
            <a:ext cx="159700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6578" y="5717906"/>
            <a:ext cx="1771148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5779" y="6258756"/>
            <a:ext cx="1565533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1048" y="5835650"/>
            <a:ext cx="1547777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771" y="639520"/>
            <a:ext cx="3428107" cy="1719072"/>
          </a:xfrm>
        </p:spPr>
        <p:txBody>
          <a:bodyPr anchor="b">
            <a:normAutofit/>
          </a:bodyPr>
          <a:lstStyle/>
          <a:p>
            <a:r>
              <a:rPr lang="en-IN" sz="5300"/>
              <a:t>Dashboard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110" y="2573756"/>
            <a:ext cx="3254247" cy="18288"/>
          </a:xfrm>
          <a:custGeom>
            <a:avLst/>
            <a:gdLst>
              <a:gd name="csX0" fmla="*/ 0 w 3254247"/>
              <a:gd name="csY0" fmla="*/ 0 h 18288"/>
              <a:gd name="csX1" fmla="*/ 618307 w 3254247"/>
              <a:gd name="csY1" fmla="*/ 0 h 18288"/>
              <a:gd name="csX2" fmla="*/ 1269156 w 3254247"/>
              <a:gd name="csY2" fmla="*/ 0 h 18288"/>
              <a:gd name="csX3" fmla="*/ 1952548 w 3254247"/>
              <a:gd name="csY3" fmla="*/ 0 h 18288"/>
              <a:gd name="csX4" fmla="*/ 2635940 w 3254247"/>
              <a:gd name="csY4" fmla="*/ 0 h 18288"/>
              <a:gd name="csX5" fmla="*/ 3254247 w 3254247"/>
              <a:gd name="csY5" fmla="*/ 0 h 18288"/>
              <a:gd name="csX6" fmla="*/ 3254247 w 3254247"/>
              <a:gd name="csY6" fmla="*/ 18288 h 18288"/>
              <a:gd name="csX7" fmla="*/ 2538313 w 3254247"/>
              <a:gd name="csY7" fmla="*/ 18288 h 18288"/>
              <a:gd name="csX8" fmla="*/ 1822378 w 3254247"/>
              <a:gd name="csY8" fmla="*/ 18288 h 18288"/>
              <a:gd name="csX9" fmla="*/ 1171529 w 3254247"/>
              <a:gd name="csY9" fmla="*/ 18288 h 18288"/>
              <a:gd name="csX10" fmla="*/ 0 w 3254247"/>
              <a:gd name="csY10" fmla="*/ 18288 h 18288"/>
              <a:gd name="csX11" fmla="*/ 0 w 3254247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4247" h="18288" fill="none" extrusionOk="0">
                <a:moveTo>
                  <a:pt x="0" y="0"/>
                </a:moveTo>
                <a:cubicBezTo>
                  <a:pt x="144450" y="-12392"/>
                  <a:pt x="427337" y="305"/>
                  <a:pt x="618307" y="0"/>
                </a:cubicBezTo>
                <a:cubicBezTo>
                  <a:pt x="809277" y="-305"/>
                  <a:pt x="1078885" y="8814"/>
                  <a:pt x="1269156" y="0"/>
                </a:cubicBezTo>
                <a:cubicBezTo>
                  <a:pt x="1459427" y="-8814"/>
                  <a:pt x="1722292" y="-25341"/>
                  <a:pt x="1952548" y="0"/>
                </a:cubicBezTo>
                <a:cubicBezTo>
                  <a:pt x="2182804" y="25341"/>
                  <a:pt x="2398437" y="-22277"/>
                  <a:pt x="2635940" y="0"/>
                </a:cubicBezTo>
                <a:cubicBezTo>
                  <a:pt x="2873443" y="22277"/>
                  <a:pt x="3033770" y="159"/>
                  <a:pt x="3254247" y="0"/>
                </a:cubicBezTo>
                <a:cubicBezTo>
                  <a:pt x="3253538" y="8157"/>
                  <a:pt x="3253834" y="12125"/>
                  <a:pt x="3254247" y="18288"/>
                </a:cubicBezTo>
                <a:cubicBezTo>
                  <a:pt x="2959973" y="-3940"/>
                  <a:pt x="2715651" y="17499"/>
                  <a:pt x="2538313" y="18288"/>
                </a:cubicBezTo>
                <a:cubicBezTo>
                  <a:pt x="2360975" y="19077"/>
                  <a:pt x="2071193" y="10564"/>
                  <a:pt x="1822378" y="18288"/>
                </a:cubicBezTo>
                <a:cubicBezTo>
                  <a:pt x="1573564" y="26012"/>
                  <a:pt x="1460056" y="11360"/>
                  <a:pt x="1171529" y="18288"/>
                </a:cubicBezTo>
                <a:cubicBezTo>
                  <a:pt x="883002" y="25216"/>
                  <a:pt x="556569" y="57254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4247" h="18288" stroke="0" extrusionOk="0">
                <a:moveTo>
                  <a:pt x="0" y="0"/>
                </a:moveTo>
                <a:cubicBezTo>
                  <a:pt x="245716" y="-28411"/>
                  <a:pt x="413361" y="22670"/>
                  <a:pt x="618307" y="0"/>
                </a:cubicBezTo>
                <a:cubicBezTo>
                  <a:pt x="823253" y="-22670"/>
                  <a:pt x="907327" y="17544"/>
                  <a:pt x="1171529" y="0"/>
                </a:cubicBezTo>
                <a:cubicBezTo>
                  <a:pt x="1435731" y="-17544"/>
                  <a:pt x="1714065" y="-34404"/>
                  <a:pt x="1887463" y="0"/>
                </a:cubicBezTo>
                <a:cubicBezTo>
                  <a:pt x="2060861" y="34404"/>
                  <a:pt x="2348517" y="24017"/>
                  <a:pt x="2505770" y="0"/>
                </a:cubicBezTo>
                <a:cubicBezTo>
                  <a:pt x="2663023" y="-24017"/>
                  <a:pt x="3030962" y="-27792"/>
                  <a:pt x="3254247" y="0"/>
                </a:cubicBezTo>
                <a:cubicBezTo>
                  <a:pt x="3253983" y="4493"/>
                  <a:pt x="3254631" y="9472"/>
                  <a:pt x="3254247" y="18288"/>
                </a:cubicBezTo>
                <a:cubicBezTo>
                  <a:pt x="2934372" y="-7513"/>
                  <a:pt x="2749175" y="38681"/>
                  <a:pt x="2603398" y="18288"/>
                </a:cubicBezTo>
                <a:cubicBezTo>
                  <a:pt x="2457621" y="-2105"/>
                  <a:pt x="2184707" y="10633"/>
                  <a:pt x="1887463" y="18288"/>
                </a:cubicBezTo>
                <a:cubicBezTo>
                  <a:pt x="1590219" y="25943"/>
                  <a:pt x="1494607" y="28003"/>
                  <a:pt x="1334241" y="18288"/>
                </a:cubicBezTo>
                <a:cubicBezTo>
                  <a:pt x="1173875" y="8573"/>
                  <a:pt x="962016" y="17971"/>
                  <a:pt x="683392" y="18288"/>
                </a:cubicBezTo>
                <a:cubicBezTo>
                  <a:pt x="404768" y="18605"/>
                  <a:pt x="256873" y="5009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771" y="2807208"/>
            <a:ext cx="3428107" cy="3410712"/>
          </a:xfrm>
        </p:spPr>
        <p:txBody>
          <a:bodyPr anchor="t">
            <a:normAutofit/>
          </a:bodyPr>
          <a:lstStyle/>
          <a:p>
            <a:r>
              <a:rPr lang="en-IN" sz="2200"/>
              <a:t>Dashboard provides:</a:t>
            </a:r>
          </a:p>
          <a:p>
            <a:r>
              <a:rPr lang="en-IN" sz="2200"/>
              <a:t>- Student Attendance Markup</a:t>
            </a:r>
          </a:p>
          <a:p>
            <a:r>
              <a:rPr lang="en-IN" sz="2200"/>
              <a:t>- Attendance Record</a:t>
            </a:r>
          </a:p>
        </p:txBody>
      </p:sp>
      <p:pic>
        <p:nvPicPr>
          <p:cNvPr id="4" name="Picture 3" descr="WhatsApp Image 2025-12-10 at 20.21.56_8386eab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083" y="1470579"/>
            <a:ext cx="6901923" cy="39168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771" y="639520"/>
            <a:ext cx="3428107" cy="1719072"/>
          </a:xfrm>
        </p:spPr>
        <p:txBody>
          <a:bodyPr anchor="b">
            <a:normAutofit/>
          </a:bodyPr>
          <a:lstStyle/>
          <a:p>
            <a:r>
              <a:rPr lang="en-IN" sz="5300"/>
              <a:t>Attendance Marking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110" y="2573756"/>
            <a:ext cx="3254247" cy="18288"/>
          </a:xfrm>
          <a:custGeom>
            <a:avLst/>
            <a:gdLst>
              <a:gd name="csX0" fmla="*/ 0 w 3254247"/>
              <a:gd name="csY0" fmla="*/ 0 h 18288"/>
              <a:gd name="csX1" fmla="*/ 618307 w 3254247"/>
              <a:gd name="csY1" fmla="*/ 0 h 18288"/>
              <a:gd name="csX2" fmla="*/ 1269156 w 3254247"/>
              <a:gd name="csY2" fmla="*/ 0 h 18288"/>
              <a:gd name="csX3" fmla="*/ 1952548 w 3254247"/>
              <a:gd name="csY3" fmla="*/ 0 h 18288"/>
              <a:gd name="csX4" fmla="*/ 2635940 w 3254247"/>
              <a:gd name="csY4" fmla="*/ 0 h 18288"/>
              <a:gd name="csX5" fmla="*/ 3254247 w 3254247"/>
              <a:gd name="csY5" fmla="*/ 0 h 18288"/>
              <a:gd name="csX6" fmla="*/ 3254247 w 3254247"/>
              <a:gd name="csY6" fmla="*/ 18288 h 18288"/>
              <a:gd name="csX7" fmla="*/ 2538313 w 3254247"/>
              <a:gd name="csY7" fmla="*/ 18288 h 18288"/>
              <a:gd name="csX8" fmla="*/ 1822378 w 3254247"/>
              <a:gd name="csY8" fmla="*/ 18288 h 18288"/>
              <a:gd name="csX9" fmla="*/ 1171529 w 3254247"/>
              <a:gd name="csY9" fmla="*/ 18288 h 18288"/>
              <a:gd name="csX10" fmla="*/ 0 w 3254247"/>
              <a:gd name="csY10" fmla="*/ 18288 h 18288"/>
              <a:gd name="csX11" fmla="*/ 0 w 3254247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4247" h="18288" fill="none" extrusionOk="0">
                <a:moveTo>
                  <a:pt x="0" y="0"/>
                </a:moveTo>
                <a:cubicBezTo>
                  <a:pt x="144450" y="-12392"/>
                  <a:pt x="427337" y="305"/>
                  <a:pt x="618307" y="0"/>
                </a:cubicBezTo>
                <a:cubicBezTo>
                  <a:pt x="809277" y="-305"/>
                  <a:pt x="1078885" y="8814"/>
                  <a:pt x="1269156" y="0"/>
                </a:cubicBezTo>
                <a:cubicBezTo>
                  <a:pt x="1459427" y="-8814"/>
                  <a:pt x="1722292" y="-25341"/>
                  <a:pt x="1952548" y="0"/>
                </a:cubicBezTo>
                <a:cubicBezTo>
                  <a:pt x="2182804" y="25341"/>
                  <a:pt x="2398437" y="-22277"/>
                  <a:pt x="2635940" y="0"/>
                </a:cubicBezTo>
                <a:cubicBezTo>
                  <a:pt x="2873443" y="22277"/>
                  <a:pt x="3033770" y="159"/>
                  <a:pt x="3254247" y="0"/>
                </a:cubicBezTo>
                <a:cubicBezTo>
                  <a:pt x="3253538" y="8157"/>
                  <a:pt x="3253834" y="12125"/>
                  <a:pt x="3254247" y="18288"/>
                </a:cubicBezTo>
                <a:cubicBezTo>
                  <a:pt x="2959973" y="-3940"/>
                  <a:pt x="2715651" y="17499"/>
                  <a:pt x="2538313" y="18288"/>
                </a:cubicBezTo>
                <a:cubicBezTo>
                  <a:pt x="2360975" y="19077"/>
                  <a:pt x="2071193" y="10564"/>
                  <a:pt x="1822378" y="18288"/>
                </a:cubicBezTo>
                <a:cubicBezTo>
                  <a:pt x="1573564" y="26012"/>
                  <a:pt x="1460056" y="11360"/>
                  <a:pt x="1171529" y="18288"/>
                </a:cubicBezTo>
                <a:cubicBezTo>
                  <a:pt x="883002" y="25216"/>
                  <a:pt x="556569" y="57254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4247" h="18288" stroke="0" extrusionOk="0">
                <a:moveTo>
                  <a:pt x="0" y="0"/>
                </a:moveTo>
                <a:cubicBezTo>
                  <a:pt x="245716" y="-28411"/>
                  <a:pt x="413361" y="22670"/>
                  <a:pt x="618307" y="0"/>
                </a:cubicBezTo>
                <a:cubicBezTo>
                  <a:pt x="823253" y="-22670"/>
                  <a:pt x="907327" y="17544"/>
                  <a:pt x="1171529" y="0"/>
                </a:cubicBezTo>
                <a:cubicBezTo>
                  <a:pt x="1435731" y="-17544"/>
                  <a:pt x="1714065" y="-34404"/>
                  <a:pt x="1887463" y="0"/>
                </a:cubicBezTo>
                <a:cubicBezTo>
                  <a:pt x="2060861" y="34404"/>
                  <a:pt x="2348517" y="24017"/>
                  <a:pt x="2505770" y="0"/>
                </a:cubicBezTo>
                <a:cubicBezTo>
                  <a:pt x="2663023" y="-24017"/>
                  <a:pt x="3030962" y="-27792"/>
                  <a:pt x="3254247" y="0"/>
                </a:cubicBezTo>
                <a:cubicBezTo>
                  <a:pt x="3253983" y="4493"/>
                  <a:pt x="3254631" y="9472"/>
                  <a:pt x="3254247" y="18288"/>
                </a:cubicBezTo>
                <a:cubicBezTo>
                  <a:pt x="2934372" y="-7513"/>
                  <a:pt x="2749175" y="38681"/>
                  <a:pt x="2603398" y="18288"/>
                </a:cubicBezTo>
                <a:cubicBezTo>
                  <a:pt x="2457621" y="-2105"/>
                  <a:pt x="2184707" y="10633"/>
                  <a:pt x="1887463" y="18288"/>
                </a:cubicBezTo>
                <a:cubicBezTo>
                  <a:pt x="1590219" y="25943"/>
                  <a:pt x="1494607" y="28003"/>
                  <a:pt x="1334241" y="18288"/>
                </a:cubicBezTo>
                <a:cubicBezTo>
                  <a:pt x="1173875" y="8573"/>
                  <a:pt x="962016" y="17971"/>
                  <a:pt x="683392" y="18288"/>
                </a:cubicBezTo>
                <a:cubicBezTo>
                  <a:pt x="404768" y="18605"/>
                  <a:pt x="256873" y="5009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771" y="2807208"/>
            <a:ext cx="3428107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Staff marks Present/Absent. Records stored in MySQL.</a:t>
            </a:r>
          </a:p>
        </p:txBody>
      </p:sp>
      <p:pic>
        <p:nvPicPr>
          <p:cNvPr id="4" name="Picture 3" descr="WhatsApp Image 2025-12-10 at 20.23.54_1745407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083" y="1306659"/>
            <a:ext cx="6901923" cy="42446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771" y="639520"/>
            <a:ext cx="3428107" cy="1719072"/>
          </a:xfrm>
        </p:spPr>
        <p:txBody>
          <a:bodyPr anchor="b">
            <a:normAutofit/>
          </a:bodyPr>
          <a:lstStyle/>
          <a:p>
            <a:r>
              <a:rPr lang="en-IN" sz="5300"/>
              <a:t>Search Attendance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110" y="2573756"/>
            <a:ext cx="3254247" cy="18288"/>
          </a:xfrm>
          <a:custGeom>
            <a:avLst/>
            <a:gdLst>
              <a:gd name="csX0" fmla="*/ 0 w 3254247"/>
              <a:gd name="csY0" fmla="*/ 0 h 18288"/>
              <a:gd name="csX1" fmla="*/ 618307 w 3254247"/>
              <a:gd name="csY1" fmla="*/ 0 h 18288"/>
              <a:gd name="csX2" fmla="*/ 1269156 w 3254247"/>
              <a:gd name="csY2" fmla="*/ 0 h 18288"/>
              <a:gd name="csX3" fmla="*/ 1952548 w 3254247"/>
              <a:gd name="csY3" fmla="*/ 0 h 18288"/>
              <a:gd name="csX4" fmla="*/ 2635940 w 3254247"/>
              <a:gd name="csY4" fmla="*/ 0 h 18288"/>
              <a:gd name="csX5" fmla="*/ 3254247 w 3254247"/>
              <a:gd name="csY5" fmla="*/ 0 h 18288"/>
              <a:gd name="csX6" fmla="*/ 3254247 w 3254247"/>
              <a:gd name="csY6" fmla="*/ 18288 h 18288"/>
              <a:gd name="csX7" fmla="*/ 2538313 w 3254247"/>
              <a:gd name="csY7" fmla="*/ 18288 h 18288"/>
              <a:gd name="csX8" fmla="*/ 1822378 w 3254247"/>
              <a:gd name="csY8" fmla="*/ 18288 h 18288"/>
              <a:gd name="csX9" fmla="*/ 1171529 w 3254247"/>
              <a:gd name="csY9" fmla="*/ 18288 h 18288"/>
              <a:gd name="csX10" fmla="*/ 0 w 3254247"/>
              <a:gd name="csY10" fmla="*/ 18288 h 18288"/>
              <a:gd name="csX11" fmla="*/ 0 w 3254247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4247" h="18288" fill="none" extrusionOk="0">
                <a:moveTo>
                  <a:pt x="0" y="0"/>
                </a:moveTo>
                <a:cubicBezTo>
                  <a:pt x="144450" y="-12392"/>
                  <a:pt x="427337" y="305"/>
                  <a:pt x="618307" y="0"/>
                </a:cubicBezTo>
                <a:cubicBezTo>
                  <a:pt x="809277" y="-305"/>
                  <a:pt x="1078885" y="8814"/>
                  <a:pt x="1269156" y="0"/>
                </a:cubicBezTo>
                <a:cubicBezTo>
                  <a:pt x="1459427" y="-8814"/>
                  <a:pt x="1722292" y="-25341"/>
                  <a:pt x="1952548" y="0"/>
                </a:cubicBezTo>
                <a:cubicBezTo>
                  <a:pt x="2182804" y="25341"/>
                  <a:pt x="2398437" y="-22277"/>
                  <a:pt x="2635940" y="0"/>
                </a:cubicBezTo>
                <a:cubicBezTo>
                  <a:pt x="2873443" y="22277"/>
                  <a:pt x="3033770" y="159"/>
                  <a:pt x="3254247" y="0"/>
                </a:cubicBezTo>
                <a:cubicBezTo>
                  <a:pt x="3253538" y="8157"/>
                  <a:pt x="3253834" y="12125"/>
                  <a:pt x="3254247" y="18288"/>
                </a:cubicBezTo>
                <a:cubicBezTo>
                  <a:pt x="2959973" y="-3940"/>
                  <a:pt x="2715651" y="17499"/>
                  <a:pt x="2538313" y="18288"/>
                </a:cubicBezTo>
                <a:cubicBezTo>
                  <a:pt x="2360975" y="19077"/>
                  <a:pt x="2071193" y="10564"/>
                  <a:pt x="1822378" y="18288"/>
                </a:cubicBezTo>
                <a:cubicBezTo>
                  <a:pt x="1573564" y="26012"/>
                  <a:pt x="1460056" y="11360"/>
                  <a:pt x="1171529" y="18288"/>
                </a:cubicBezTo>
                <a:cubicBezTo>
                  <a:pt x="883002" y="25216"/>
                  <a:pt x="556569" y="57254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4247" h="18288" stroke="0" extrusionOk="0">
                <a:moveTo>
                  <a:pt x="0" y="0"/>
                </a:moveTo>
                <a:cubicBezTo>
                  <a:pt x="245716" y="-28411"/>
                  <a:pt x="413361" y="22670"/>
                  <a:pt x="618307" y="0"/>
                </a:cubicBezTo>
                <a:cubicBezTo>
                  <a:pt x="823253" y="-22670"/>
                  <a:pt x="907327" y="17544"/>
                  <a:pt x="1171529" y="0"/>
                </a:cubicBezTo>
                <a:cubicBezTo>
                  <a:pt x="1435731" y="-17544"/>
                  <a:pt x="1714065" y="-34404"/>
                  <a:pt x="1887463" y="0"/>
                </a:cubicBezTo>
                <a:cubicBezTo>
                  <a:pt x="2060861" y="34404"/>
                  <a:pt x="2348517" y="24017"/>
                  <a:pt x="2505770" y="0"/>
                </a:cubicBezTo>
                <a:cubicBezTo>
                  <a:pt x="2663023" y="-24017"/>
                  <a:pt x="3030962" y="-27792"/>
                  <a:pt x="3254247" y="0"/>
                </a:cubicBezTo>
                <a:cubicBezTo>
                  <a:pt x="3253983" y="4493"/>
                  <a:pt x="3254631" y="9472"/>
                  <a:pt x="3254247" y="18288"/>
                </a:cubicBezTo>
                <a:cubicBezTo>
                  <a:pt x="2934372" y="-7513"/>
                  <a:pt x="2749175" y="38681"/>
                  <a:pt x="2603398" y="18288"/>
                </a:cubicBezTo>
                <a:cubicBezTo>
                  <a:pt x="2457621" y="-2105"/>
                  <a:pt x="2184707" y="10633"/>
                  <a:pt x="1887463" y="18288"/>
                </a:cubicBezTo>
                <a:cubicBezTo>
                  <a:pt x="1590219" y="25943"/>
                  <a:pt x="1494607" y="28003"/>
                  <a:pt x="1334241" y="18288"/>
                </a:cubicBezTo>
                <a:cubicBezTo>
                  <a:pt x="1173875" y="8573"/>
                  <a:pt x="962016" y="17971"/>
                  <a:pt x="683392" y="18288"/>
                </a:cubicBezTo>
                <a:cubicBezTo>
                  <a:pt x="404768" y="18605"/>
                  <a:pt x="256873" y="5009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771" y="2807208"/>
            <a:ext cx="3428107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Search students using Name or Roll Number.</a:t>
            </a:r>
          </a:p>
        </p:txBody>
      </p:sp>
      <p:pic>
        <p:nvPicPr>
          <p:cNvPr id="4" name="Picture 3" descr="WhatsApp Image 2025-12-10 at 20.25.36_f848ea1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083" y="1479207"/>
            <a:ext cx="6901923" cy="38995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771" y="639520"/>
            <a:ext cx="3428107" cy="171907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700"/>
              <a:t>Student Attendance Records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110" y="2573756"/>
            <a:ext cx="3254247" cy="18288"/>
          </a:xfrm>
          <a:custGeom>
            <a:avLst/>
            <a:gdLst>
              <a:gd name="csX0" fmla="*/ 0 w 3254247"/>
              <a:gd name="csY0" fmla="*/ 0 h 18288"/>
              <a:gd name="csX1" fmla="*/ 618307 w 3254247"/>
              <a:gd name="csY1" fmla="*/ 0 h 18288"/>
              <a:gd name="csX2" fmla="*/ 1269156 w 3254247"/>
              <a:gd name="csY2" fmla="*/ 0 h 18288"/>
              <a:gd name="csX3" fmla="*/ 1952548 w 3254247"/>
              <a:gd name="csY3" fmla="*/ 0 h 18288"/>
              <a:gd name="csX4" fmla="*/ 2635940 w 3254247"/>
              <a:gd name="csY4" fmla="*/ 0 h 18288"/>
              <a:gd name="csX5" fmla="*/ 3254247 w 3254247"/>
              <a:gd name="csY5" fmla="*/ 0 h 18288"/>
              <a:gd name="csX6" fmla="*/ 3254247 w 3254247"/>
              <a:gd name="csY6" fmla="*/ 18288 h 18288"/>
              <a:gd name="csX7" fmla="*/ 2538313 w 3254247"/>
              <a:gd name="csY7" fmla="*/ 18288 h 18288"/>
              <a:gd name="csX8" fmla="*/ 1822378 w 3254247"/>
              <a:gd name="csY8" fmla="*/ 18288 h 18288"/>
              <a:gd name="csX9" fmla="*/ 1171529 w 3254247"/>
              <a:gd name="csY9" fmla="*/ 18288 h 18288"/>
              <a:gd name="csX10" fmla="*/ 0 w 3254247"/>
              <a:gd name="csY10" fmla="*/ 18288 h 18288"/>
              <a:gd name="csX11" fmla="*/ 0 w 3254247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4247" h="18288" fill="none" extrusionOk="0">
                <a:moveTo>
                  <a:pt x="0" y="0"/>
                </a:moveTo>
                <a:cubicBezTo>
                  <a:pt x="144450" y="-12392"/>
                  <a:pt x="427337" y="305"/>
                  <a:pt x="618307" y="0"/>
                </a:cubicBezTo>
                <a:cubicBezTo>
                  <a:pt x="809277" y="-305"/>
                  <a:pt x="1078885" y="8814"/>
                  <a:pt x="1269156" y="0"/>
                </a:cubicBezTo>
                <a:cubicBezTo>
                  <a:pt x="1459427" y="-8814"/>
                  <a:pt x="1722292" y="-25341"/>
                  <a:pt x="1952548" y="0"/>
                </a:cubicBezTo>
                <a:cubicBezTo>
                  <a:pt x="2182804" y="25341"/>
                  <a:pt x="2398437" y="-22277"/>
                  <a:pt x="2635940" y="0"/>
                </a:cubicBezTo>
                <a:cubicBezTo>
                  <a:pt x="2873443" y="22277"/>
                  <a:pt x="3033770" y="159"/>
                  <a:pt x="3254247" y="0"/>
                </a:cubicBezTo>
                <a:cubicBezTo>
                  <a:pt x="3253538" y="8157"/>
                  <a:pt x="3253834" y="12125"/>
                  <a:pt x="3254247" y="18288"/>
                </a:cubicBezTo>
                <a:cubicBezTo>
                  <a:pt x="2959973" y="-3940"/>
                  <a:pt x="2715651" y="17499"/>
                  <a:pt x="2538313" y="18288"/>
                </a:cubicBezTo>
                <a:cubicBezTo>
                  <a:pt x="2360975" y="19077"/>
                  <a:pt x="2071193" y="10564"/>
                  <a:pt x="1822378" y="18288"/>
                </a:cubicBezTo>
                <a:cubicBezTo>
                  <a:pt x="1573564" y="26012"/>
                  <a:pt x="1460056" y="11360"/>
                  <a:pt x="1171529" y="18288"/>
                </a:cubicBezTo>
                <a:cubicBezTo>
                  <a:pt x="883002" y="25216"/>
                  <a:pt x="556569" y="57254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4247" h="18288" stroke="0" extrusionOk="0">
                <a:moveTo>
                  <a:pt x="0" y="0"/>
                </a:moveTo>
                <a:cubicBezTo>
                  <a:pt x="245716" y="-28411"/>
                  <a:pt x="413361" y="22670"/>
                  <a:pt x="618307" y="0"/>
                </a:cubicBezTo>
                <a:cubicBezTo>
                  <a:pt x="823253" y="-22670"/>
                  <a:pt x="907327" y="17544"/>
                  <a:pt x="1171529" y="0"/>
                </a:cubicBezTo>
                <a:cubicBezTo>
                  <a:pt x="1435731" y="-17544"/>
                  <a:pt x="1714065" y="-34404"/>
                  <a:pt x="1887463" y="0"/>
                </a:cubicBezTo>
                <a:cubicBezTo>
                  <a:pt x="2060861" y="34404"/>
                  <a:pt x="2348517" y="24017"/>
                  <a:pt x="2505770" y="0"/>
                </a:cubicBezTo>
                <a:cubicBezTo>
                  <a:pt x="2663023" y="-24017"/>
                  <a:pt x="3030962" y="-27792"/>
                  <a:pt x="3254247" y="0"/>
                </a:cubicBezTo>
                <a:cubicBezTo>
                  <a:pt x="3253983" y="4493"/>
                  <a:pt x="3254631" y="9472"/>
                  <a:pt x="3254247" y="18288"/>
                </a:cubicBezTo>
                <a:cubicBezTo>
                  <a:pt x="2934372" y="-7513"/>
                  <a:pt x="2749175" y="38681"/>
                  <a:pt x="2603398" y="18288"/>
                </a:cubicBezTo>
                <a:cubicBezTo>
                  <a:pt x="2457621" y="-2105"/>
                  <a:pt x="2184707" y="10633"/>
                  <a:pt x="1887463" y="18288"/>
                </a:cubicBezTo>
                <a:cubicBezTo>
                  <a:pt x="1590219" y="25943"/>
                  <a:pt x="1494607" y="28003"/>
                  <a:pt x="1334241" y="18288"/>
                </a:cubicBezTo>
                <a:cubicBezTo>
                  <a:pt x="1173875" y="8573"/>
                  <a:pt x="962016" y="17971"/>
                  <a:pt x="683392" y="18288"/>
                </a:cubicBezTo>
                <a:cubicBezTo>
                  <a:pt x="404768" y="18605"/>
                  <a:pt x="256873" y="5009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771" y="2807208"/>
            <a:ext cx="3428107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Full attendance history of a selected student.</a:t>
            </a:r>
          </a:p>
        </p:txBody>
      </p:sp>
      <p:pic>
        <p:nvPicPr>
          <p:cNvPr id="4" name="Picture 3" descr="WhatsApp Image 2025-12-10 at 20.28.01_d97d08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083" y="1246267"/>
            <a:ext cx="6901923" cy="43654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771" y="639520"/>
            <a:ext cx="3428107" cy="1719072"/>
          </a:xfrm>
        </p:spPr>
        <p:txBody>
          <a:bodyPr anchor="b">
            <a:normAutofit/>
          </a:bodyPr>
          <a:lstStyle/>
          <a:p>
            <a:r>
              <a:rPr lang="en-IN" sz="5300"/>
              <a:t>Flowchart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110" y="2573756"/>
            <a:ext cx="3254247" cy="18288"/>
          </a:xfrm>
          <a:custGeom>
            <a:avLst/>
            <a:gdLst>
              <a:gd name="csX0" fmla="*/ 0 w 3254247"/>
              <a:gd name="csY0" fmla="*/ 0 h 18288"/>
              <a:gd name="csX1" fmla="*/ 618307 w 3254247"/>
              <a:gd name="csY1" fmla="*/ 0 h 18288"/>
              <a:gd name="csX2" fmla="*/ 1269156 w 3254247"/>
              <a:gd name="csY2" fmla="*/ 0 h 18288"/>
              <a:gd name="csX3" fmla="*/ 1952548 w 3254247"/>
              <a:gd name="csY3" fmla="*/ 0 h 18288"/>
              <a:gd name="csX4" fmla="*/ 2635940 w 3254247"/>
              <a:gd name="csY4" fmla="*/ 0 h 18288"/>
              <a:gd name="csX5" fmla="*/ 3254247 w 3254247"/>
              <a:gd name="csY5" fmla="*/ 0 h 18288"/>
              <a:gd name="csX6" fmla="*/ 3254247 w 3254247"/>
              <a:gd name="csY6" fmla="*/ 18288 h 18288"/>
              <a:gd name="csX7" fmla="*/ 2538313 w 3254247"/>
              <a:gd name="csY7" fmla="*/ 18288 h 18288"/>
              <a:gd name="csX8" fmla="*/ 1822378 w 3254247"/>
              <a:gd name="csY8" fmla="*/ 18288 h 18288"/>
              <a:gd name="csX9" fmla="*/ 1171529 w 3254247"/>
              <a:gd name="csY9" fmla="*/ 18288 h 18288"/>
              <a:gd name="csX10" fmla="*/ 0 w 3254247"/>
              <a:gd name="csY10" fmla="*/ 18288 h 18288"/>
              <a:gd name="csX11" fmla="*/ 0 w 3254247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4247" h="18288" fill="none" extrusionOk="0">
                <a:moveTo>
                  <a:pt x="0" y="0"/>
                </a:moveTo>
                <a:cubicBezTo>
                  <a:pt x="144450" y="-12392"/>
                  <a:pt x="427337" y="305"/>
                  <a:pt x="618307" y="0"/>
                </a:cubicBezTo>
                <a:cubicBezTo>
                  <a:pt x="809277" y="-305"/>
                  <a:pt x="1078885" y="8814"/>
                  <a:pt x="1269156" y="0"/>
                </a:cubicBezTo>
                <a:cubicBezTo>
                  <a:pt x="1459427" y="-8814"/>
                  <a:pt x="1722292" y="-25341"/>
                  <a:pt x="1952548" y="0"/>
                </a:cubicBezTo>
                <a:cubicBezTo>
                  <a:pt x="2182804" y="25341"/>
                  <a:pt x="2398437" y="-22277"/>
                  <a:pt x="2635940" y="0"/>
                </a:cubicBezTo>
                <a:cubicBezTo>
                  <a:pt x="2873443" y="22277"/>
                  <a:pt x="3033770" y="159"/>
                  <a:pt x="3254247" y="0"/>
                </a:cubicBezTo>
                <a:cubicBezTo>
                  <a:pt x="3253538" y="8157"/>
                  <a:pt x="3253834" y="12125"/>
                  <a:pt x="3254247" y="18288"/>
                </a:cubicBezTo>
                <a:cubicBezTo>
                  <a:pt x="2959973" y="-3940"/>
                  <a:pt x="2715651" y="17499"/>
                  <a:pt x="2538313" y="18288"/>
                </a:cubicBezTo>
                <a:cubicBezTo>
                  <a:pt x="2360975" y="19077"/>
                  <a:pt x="2071193" y="10564"/>
                  <a:pt x="1822378" y="18288"/>
                </a:cubicBezTo>
                <a:cubicBezTo>
                  <a:pt x="1573564" y="26012"/>
                  <a:pt x="1460056" y="11360"/>
                  <a:pt x="1171529" y="18288"/>
                </a:cubicBezTo>
                <a:cubicBezTo>
                  <a:pt x="883002" y="25216"/>
                  <a:pt x="556569" y="57254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4247" h="18288" stroke="0" extrusionOk="0">
                <a:moveTo>
                  <a:pt x="0" y="0"/>
                </a:moveTo>
                <a:cubicBezTo>
                  <a:pt x="245716" y="-28411"/>
                  <a:pt x="413361" y="22670"/>
                  <a:pt x="618307" y="0"/>
                </a:cubicBezTo>
                <a:cubicBezTo>
                  <a:pt x="823253" y="-22670"/>
                  <a:pt x="907327" y="17544"/>
                  <a:pt x="1171529" y="0"/>
                </a:cubicBezTo>
                <a:cubicBezTo>
                  <a:pt x="1435731" y="-17544"/>
                  <a:pt x="1714065" y="-34404"/>
                  <a:pt x="1887463" y="0"/>
                </a:cubicBezTo>
                <a:cubicBezTo>
                  <a:pt x="2060861" y="34404"/>
                  <a:pt x="2348517" y="24017"/>
                  <a:pt x="2505770" y="0"/>
                </a:cubicBezTo>
                <a:cubicBezTo>
                  <a:pt x="2663023" y="-24017"/>
                  <a:pt x="3030962" y="-27792"/>
                  <a:pt x="3254247" y="0"/>
                </a:cubicBezTo>
                <a:cubicBezTo>
                  <a:pt x="3253983" y="4493"/>
                  <a:pt x="3254631" y="9472"/>
                  <a:pt x="3254247" y="18288"/>
                </a:cubicBezTo>
                <a:cubicBezTo>
                  <a:pt x="2934372" y="-7513"/>
                  <a:pt x="2749175" y="38681"/>
                  <a:pt x="2603398" y="18288"/>
                </a:cubicBezTo>
                <a:cubicBezTo>
                  <a:pt x="2457621" y="-2105"/>
                  <a:pt x="2184707" y="10633"/>
                  <a:pt x="1887463" y="18288"/>
                </a:cubicBezTo>
                <a:cubicBezTo>
                  <a:pt x="1590219" y="25943"/>
                  <a:pt x="1494607" y="28003"/>
                  <a:pt x="1334241" y="18288"/>
                </a:cubicBezTo>
                <a:cubicBezTo>
                  <a:pt x="1173875" y="8573"/>
                  <a:pt x="962016" y="17971"/>
                  <a:pt x="683392" y="18288"/>
                </a:cubicBezTo>
                <a:cubicBezTo>
                  <a:pt x="404768" y="18605"/>
                  <a:pt x="256873" y="5009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771" y="2807208"/>
            <a:ext cx="3428107" cy="3410712"/>
          </a:xfrm>
        </p:spPr>
        <p:txBody>
          <a:bodyPr anchor="t">
            <a:normAutofit/>
          </a:bodyPr>
          <a:lstStyle/>
          <a:p>
            <a:r>
              <a:rPr lang="en-IN" sz="2200"/>
              <a:t>System workflow diagram.</a:t>
            </a:r>
          </a:p>
        </p:txBody>
      </p:sp>
      <p:pic>
        <p:nvPicPr>
          <p:cNvPr id="6" name="Picture 5" descr="A diagram of a program&#10;&#10;AI-generated content may be incorrect.">
            <a:extLst>
              <a:ext uri="{FF2B5EF4-FFF2-40B4-BE49-F238E27FC236}">
                <a16:creationId xmlns:a16="http://schemas.microsoft.com/office/drawing/2014/main" id="{FEAC442C-56EB-5FCB-A15F-9710B31C6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2440" y="640080"/>
            <a:ext cx="3723208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88824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6740" y="0"/>
            <a:ext cx="4062085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6190" y="-5306190"/>
            <a:ext cx="1576446" cy="12188827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239" y="348865"/>
            <a:ext cx="10041408" cy="877729"/>
          </a:xfrm>
        </p:spPr>
        <p:txBody>
          <a:bodyPr anchor="ctr"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Features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948900B-3EFA-9972-0E30-D7B0A04B2C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0446832"/>
              </p:ext>
            </p:extLst>
          </p:nvPr>
        </p:nvGraphicFramePr>
        <p:xfrm>
          <a:off x="643888" y="2112579"/>
          <a:ext cx="10924983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1A671DE-D529-4A2A-A35D-E974002395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7" y="0"/>
            <a:ext cx="1218577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4386" y="780057"/>
            <a:ext cx="4946457" cy="282846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4386" y="3700594"/>
            <a:ext cx="4946457" cy="174680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Attendance Tracker automates attendance, improving accuracy and speed.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12413" y="1"/>
            <a:ext cx="1134770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3450" y="127376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Block Arc 26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630695" y="1382706"/>
            <a:ext cx="2387600" cy="2386978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230487" y="0"/>
            <a:ext cx="231464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19000" y="2345836"/>
            <a:ext cx="812216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112081"/>
            <a:ext cx="1186142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02471" y="4962670"/>
            <a:ext cx="264266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727948" flipH="1">
            <a:off x="2308890" y="4145122"/>
            <a:ext cx="4082370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7" y="0"/>
            <a:ext cx="1218577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8754" y="220196"/>
            <a:ext cx="9420071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224" y="2099696"/>
            <a:ext cx="1941735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2353" y="1492961"/>
            <a:ext cx="2987899" cy="2987121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7548" y="1939159"/>
            <a:ext cx="7642636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179</Words>
  <Application>Microsoft Office PowerPoint</Application>
  <PresentationFormat>Custom</PresentationFormat>
  <Paragraphs>42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Attendance Management System</vt:lpstr>
      <vt:lpstr>Introduction</vt:lpstr>
      <vt:lpstr>Login Page</vt:lpstr>
      <vt:lpstr>Registration Page</vt:lpstr>
      <vt:lpstr>Class Selection Page</vt:lpstr>
      <vt:lpstr>Dashboard</vt:lpstr>
      <vt:lpstr>Attendance Marking</vt:lpstr>
      <vt:lpstr>Search Attendance</vt:lpstr>
      <vt:lpstr>Student Attendance Records</vt:lpstr>
      <vt:lpstr>Flowchart</vt:lpstr>
      <vt:lpstr>Features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SURAJ</dc:creator>
  <cp:keywords/>
  <dc:description>generated using python-pptx</dc:description>
  <cp:lastModifiedBy>G JAYANTH</cp:lastModifiedBy>
  <cp:revision>3</cp:revision>
  <dcterms:created xsi:type="dcterms:W3CDTF">2013-01-27T09:14:16Z</dcterms:created>
  <dcterms:modified xsi:type="dcterms:W3CDTF">2025-12-12T12:01:23Z</dcterms:modified>
  <cp:category/>
</cp:coreProperties>
</file>